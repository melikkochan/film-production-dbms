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6C5BC-BA3E-4159-B5C6-CC2C690605DB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62E5F-9F41-42C4-BA26-17DDC69B44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8412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6C5BC-BA3E-4159-B5C6-CC2C690605DB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62E5F-9F41-42C4-BA26-17DDC69B44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89931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6C5BC-BA3E-4159-B5C6-CC2C690605DB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62E5F-9F41-42C4-BA26-17DDC69B44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57033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6C5BC-BA3E-4159-B5C6-CC2C690605DB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62E5F-9F41-42C4-BA26-17DDC69B44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54163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6C5BC-BA3E-4159-B5C6-CC2C690605DB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62E5F-9F41-42C4-BA26-17DDC69B44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71872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6C5BC-BA3E-4159-B5C6-CC2C690605DB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62E5F-9F41-42C4-BA26-17DDC69B44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9898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6C5BC-BA3E-4159-B5C6-CC2C690605DB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62E5F-9F41-42C4-BA26-17DDC69B44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37243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6C5BC-BA3E-4159-B5C6-CC2C690605DB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62E5F-9F41-42C4-BA26-17DDC69B44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65885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6C5BC-BA3E-4159-B5C6-CC2C690605DB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62E5F-9F41-42C4-BA26-17DDC69B44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87505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6C5BC-BA3E-4159-B5C6-CC2C690605DB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62E5F-9F41-42C4-BA26-17DDC69B44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6252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6C5BC-BA3E-4159-B5C6-CC2C690605DB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62E5F-9F41-42C4-BA26-17DDC69B44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11626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6C5BC-BA3E-4159-B5C6-CC2C690605DB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62E5F-9F41-42C4-BA26-17DDC69B4470}" type="slidenum">
              <a:rPr lang="tr-TR" smtClean="0"/>
              <a:t>‹#›</a:t>
            </a:fld>
            <a:endParaRPr lang="tr-TR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2792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6C5BC-BA3E-4159-B5C6-CC2C690605DB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62E5F-9F41-42C4-BA26-17DDC69B44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5132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6C5BC-BA3E-4159-B5C6-CC2C690605DB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62E5F-9F41-42C4-BA26-17DDC69B44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99819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6C5BC-BA3E-4159-B5C6-CC2C690605DB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62E5F-9F41-42C4-BA26-17DDC69B44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85592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6C5BC-BA3E-4159-B5C6-CC2C690605DB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62E5F-9F41-42C4-BA26-17DDC69B44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69482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6C5BC-BA3E-4159-B5C6-CC2C690605DB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62E5F-9F41-42C4-BA26-17DDC69B44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20925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6C5BC-BA3E-4159-B5C6-CC2C690605DB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62E5F-9F41-42C4-BA26-17DDC69B44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69129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D76C5BC-BA3E-4159-B5C6-CC2C690605DB}" type="datetimeFigureOut">
              <a:rPr lang="tr-TR" smtClean="0"/>
              <a:t>16.05.2026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8D62E5F-9F41-42C4-BA26-17DDC69B44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0283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elikkochan/Film-Production-DBMS" TargetMode="Externa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2EDF29-3F16-F209-183E-29CEF429C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57832" y="1329348"/>
            <a:ext cx="5938684" cy="1413852"/>
          </a:xfrm>
        </p:spPr>
        <p:txBody>
          <a:bodyPr/>
          <a:lstStyle/>
          <a:p>
            <a:r>
              <a:rPr lang="tr-TR" dirty="0" err="1"/>
              <a:t>FIlm</a:t>
            </a:r>
            <a:r>
              <a:rPr lang="tr-TR" dirty="0"/>
              <a:t> </a:t>
            </a:r>
            <a:r>
              <a:rPr lang="tr-TR" dirty="0" err="1"/>
              <a:t>ProductIon</a:t>
            </a:r>
            <a:r>
              <a:rPr lang="tr-TR" dirty="0"/>
              <a:t> DBMS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A87629C0-4C31-D96F-990E-D0860E16D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2186" y="2743200"/>
            <a:ext cx="8689976" cy="1371599"/>
          </a:xfrm>
        </p:spPr>
        <p:txBody>
          <a:bodyPr>
            <a:noAutofit/>
          </a:bodyPr>
          <a:lstStyle/>
          <a:p>
            <a:r>
              <a:rPr lang="tr-TR" sz="2800" dirty="0"/>
              <a:t>Melik </a:t>
            </a:r>
            <a:r>
              <a:rPr lang="tr-TR" sz="2800" dirty="0" err="1"/>
              <a:t>koçhan</a:t>
            </a:r>
            <a:r>
              <a:rPr lang="tr-TR" sz="2800" dirty="0"/>
              <a:t> 22207971</a:t>
            </a:r>
          </a:p>
          <a:p>
            <a:r>
              <a:rPr lang="tr-TR" sz="2800" dirty="0" err="1"/>
              <a:t>Emirkan</a:t>
            </a:r>
            <a:r>
              <a:rPr lang="tr-TR" sz="2800" dirty="0"/>
              <a:t> Aydoğan 22109949 </a:t>
            </a:r>
          </a:p>
          <a:p>
            <a:r>
              <a:rPr lang="tr-TR" sz="2800" dirty="0"/>
              <a:t>Helin gül 22208055 </a:t>
            </a:r>
          </a:p>
          <a:p>
            <a:r>
              <a:rPr lang="tr-TR" sz="2800" dirty="0"/>
              <a:t>Fatih Mehmet YILMAZ 22110075</a:t>
            </a:r>
          </a:p>
          <a:p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2287790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DB33100-FCA5-1AB2-E49E-A8AAF017E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2849" y="322007"/>
            <a:ext cx="4309706" cy="317090"/>
          </a:xfrm>
        </p:spPr>
        <p:txBody>
          <a:bodyPr>
            <a:normAutofit fontScale="90000"/>
          </a:bodyPr>
          <a:lstStyle/>
          <a:p>
            <a:r>
              <a:rPr lang="tr-TR" dirty="0"/>
              <a:t>ER DIAGRAM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C38DFC4-B20E-FF01-67D3-8826E7BB51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375" y="639097"/>
            <a:ext cx="9540464" cy="588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314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E94F172-6557-B34E-BA43-27883C079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1314" y="0"/>
            <a:ext cx="2733368" cy="319228"/>
          </a:xfrm>
        </p:spPr>
        <p:txBody>
          <a:bodyPr>
            <a:normAutofit fontScale="90000"/>
          </a:bodyPr>
          <a:lstStyle/>
          <a:p>
            <a:r>
              <a:rPr lang="tr-TR" dirty="0"/>
              <a:t>TABLES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2211EA7A-6885-C1A1-67BD-CA66B6A3E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9174" y="2273335"/>
            <a:ext cx="6142826" cy="1884380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D3B787F3-E9EB-F2E2-6CA7-68081B3243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0429"/>
            <a:ext cx="9240540" cy="1714739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582F5995-F81A-CB44-7CFA-C12CC847C2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73335"/>
            <a:ext cx="6049174" cy="1886213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8632EA1C-3BBA-5E54-C214-A9E44BC240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57715"/>
            <a:ext cx="6163535" cy="1762371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D042436E-CF6C-0BE9-B111-4CF6A900C2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0541" y="560427"/>
            <a:ext cx="2951460" cy="1714742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C3F74398-25E0-EC22-CC87-A70F637FC6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346" y="4129135"/>
            <a:ext cx="6134956" cy="181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295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E5E4943-42BD-9888-EB2D-C12B254CD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C866E14A-F9DE-6A75-2B5A-6E053FC672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49219" cy="1009791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71B1CD36-C4C0-7FB1-1A20-2AB903E18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9791"/>
            <a:ext cx="10331354" cy="1381434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25CA6045-EEB0-56D2-E952-B65BEAAD65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72172"/>
            <a:ext cx="5820587" cy="1028844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4416D313-A7E4-245C-916F-8EA5DAAF67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781" y="3401016"/>
            <a:ext cx="12192000" cy="1512252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FC72CC63-7688-BBB0-9DC0-57BC17FF1D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781" y="4913268"/>
            <a:ext cx="6020640" cy="885949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02DB3D32-1754-A064-0813-ECC85EB69F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781" y="5695358"/>
            <a:ext cx="9016748" cy="116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580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E04B4FE-97C2-5B92-9C5A-04C93C0D1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AC1B1513-7FEF-B6D9-9C00-C671525F95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591955" cy="866896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86B6D8CE-921C-9368-4FB4-66A0D82C4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6896"/>
            <a:ext cx="10393225" cy="1228896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31097799-7263-1B3E-4291-ED997DAC38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5792"/>
            <a:ext cx="6218992" cy="796866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F4030DF0-4983-97F5-F21C-D0886F964E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92658"/>
            <a:ext cx="7287642" cy="1343212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2718EB2E-508E-43C4-5604-7559E899B7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40784"/>
            <a:ext cx="7268589" cy="962159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920ED3D6-6942-404F-C6E9-C3E4247A56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02943"/>
            <a:ext cx="9097645" cy="175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504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D393BC2-B507-FD27-2FD9-466AA43C7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4DC0A8E-639B-35B2-422E-61829DFA8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3B40D0E4-CD4B-D691-800B-78CDF5F17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29902" cy="885949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B0194D04-447F-82E1-49AB-67F288113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5254"/>
            <a:ext cx="2724530" cy="1238423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10A574E7-539F-9C6E-AB25-2E5C8440C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14694"/>
            <a:ext cx="3648584" cy="714475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97F13DFA-93EB-69AC-E6C9-871AAB7BD5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914701"/>
            <a:ext cx="2391109" cy="1257475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66B6D8C1-3977-93B0-FBF5-F9AFC0C5A0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257914"/>
            <a:ext cx="5001323" cy="971686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BA5DBC09-B68A-733A-2C7E-218B62D4B7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215688"/>
            <a:ext cx="2762636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71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FB60DB2-E0E1-21E9-3FD2-2A485939A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13" name="İçerik Yer Tutucusu 12">
            <a:extLst>
              <a:ext uri="{FF2B5EF4-FFF2-40B4-BE49-F238E27FC236}">
                <a16:creationId xmlns:a16="http://schemas.microsoft.com/office/drawing/2014/main" id="{FB26E152-9697-B726-2A6A-7D347D9F0F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4181101"/>
            <a:ext cx="5706271" cy="2676899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C95EA5E1-F2A1-5E3E-AE13-C8227295C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39164" cy="79068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E7DC59F2-62E2-38A9-D40B-987EC8689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90685"/>
            <a:ext cx="5048955" cy="1162212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66B64DA3-4538-2930-DDE6-F1E097B384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003268"/>
            <a:ext cx="4525006" cy="1019317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C7A7948A-4C07-0273-7F0B-0A763B99A3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998842"/>
            <a:ext cx="3629532" cy="1200318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FDA5165C-E494-1A35-8385-39AC26DE7A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7781" y="6161740"/>
            <a:ext cx="5816670" cy="69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088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78AC297-B29F-84B1-6C92-F2660AF98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11" name="İçerik Yer Tutucusu 10">
            <a:extLst>
              <a:ext uri="{FF2B5EF4-FFF2-40B4-BE49-F238E27FC236}">
                <a16:creationId xmlns:a16="http://schemas.microsoft.com/office/drawing/2014/main" id="{567F0997-3096-EA2A-4490-FE1B450D3E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4324" y="2541060"/>
            <a:ext cx="6039693" cy="762106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50A72A01-3771-159C-F723-1F4D210E8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324" y="647790"/>
            <a:ext cx="5953956" cy="1200318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587A83D0-DA48-0141-409F-DCCBC3596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30008" cy="3629532"/>
          </a:xfrm>
          <a:prstGeom prst="rect">
            <a:avLst/>
          </a:prstGeom>
        </p:spPr>
      </p:pic>
      <p:sp>
        <p:nvSpPr>
          <p:cNvPr id="15" name="Metin kutusu 14">
            <a:extLst>
              <a:ext uri="{FF2B5EF4-FFF2-40B4-BE49-F238E27FC236}">
                <a16:creationId xmlns:a16="http://schemas.microsoft.com/office/drawing/2014/main" id="{3DDA9CDC-D9D2-D636-DDDE-25EE0E5AEEC2}"/>
              </a:ext>
            </a:extLst>
          </p:cNvPr>
          <p:cNvSpPr txBox="1"/>
          <p:nvPr/>
        </p:nvSpPr>
        <p:spPr>
          <a:xfrm>
            <a:off x="5516170" y="361430"/>
            <a:ext cx="609600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tr-TR" b="0" dirty="0">
                <a:effectLst/>
                <a:latin typeface="Consolas" panose="020B0609020204030204" pitchFamily="49" charset="0"/>
              </a:rPr>
              <a:t>SELECT * FROM </a:t>
            </a:r>
            <a:r>
              <a:rPr lang="tr-TR" b="0" dirty="0" err="1">
                <a:effectLst/>
                <a:latin typeface="Consolas" panose="020B0609020204030204" pitchFamily="49" charset="0"/>
              </a:rPr>
              <a:t>production_expenses</a:t>
            </a:r>
            <a:r>
              <a:rPr lang="tr-TR" b="0" dirty="0"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E481E4D5-9096-7CE9-51FB-849368C89DDA}"/>
              </a:ext>
            </a:extLst>
          </p:cNvPr>
          <p:cNvSpPr txBox="1"/>
          <p:nvPr/>
        </p:nvSpPr>
        <p:spPr>
          <a:xfrm>
            <a:off x="5544324" y="2059296"/>
            <a:ext cx="6096000" cy="82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DELETE FROM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production_expenses</a:t>
            </a:r>
            <a:r>
              <a:rPr lang="en-US" b="0" dirty="0">
                <a:effectLst/>
                <a:latin typeface="Consolas" panose="020B0609020204030204" pitchFamily="49" charset="0"/>
              </a:rPr>
              <a:t> WHERE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expense_id</a:t>
            </a:r>
            <a:r>
              <a:rPr lang="en-US" b="0" dirty="0">
                <a:effectLst/>
                <a:latin typeface="Consolas" panose="020B0609020204030204" pitchFamily="49" charset="0"/>
              </a:rPr>
              <a:t> = 2;</a:t>
            </a: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9" name="Resim 18">
            <a:extLst>
              <a:ext uri="{FF2B5EF4-FFF2-40B4-BE49-F238E27FC236}">
                <a16:creationId xmlns:a16="http://schemas.microsoft.com/office/drawing/2014/main" id="{AF83DA6C-C4D1-20A9-7D53-E8822E1462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26200"/>
            <a:ext cx="5623882" cy="3231800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C6155684-9103-7030-C639-25D1E6DCA5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882" y="5991104"/>
            <a:ext cx="3648584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477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84D1AE-B7B9-9872-A4DA-DAC5ED4F3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D33F808C-7D20-FB00-4455-8AFEAFEE83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7268589" cy="2610214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88245C9F-802C-A864-A374-F905C7D9E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10214"/>
            <a:ext cx="2476846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049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EE5F0C5-947E-9453-3655-70531989C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6530" y="21185"/>
            <a:ext cx="3106994" cy="726068"/>
          </a:xfrm>
        </p:spPr>
        <p:txBody>
          <a:bodyPr/>
          <a:lstStyle/>
          <a:p>
            <a:r>
              <a:rPr lang="tr-TR" dirty="0" err="1"/>
              <a:t>Logın</a:t>
            </a:r>
            <a:r>
              <a:rPr lang="tr-TR" dirty="0"/>
              <a:t> 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97995153-97D9-7764-95F4-BDD7F84516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18" r="32171" b="-106"/>
          <a:stretch>
            <a:fillRect/>
          </a:stretch>
        </p:blipFill>
        <p:spPr>
          <a:xfrm>
            <a:off x="0" y="1543684"/>
            <a:ext cx="4798144" cy="5314316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55B00AB9-C171-8679-4D9E-E6DBB37767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16" r="27338" b="2623"/>
          <a:stretch>
            <a:fillRect/>
          </a:stretch>
        </p:blipFill>
        <p:spPr>
          <a:xfrm>
            <a:off x="7039896" y="1543684"/>
            <a:ext cx="5260259" cy="5314317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D4924960-F975-1B2C-7181-67477C392017}"/>
              </a:ext>
            </a:extLst>
          </p:cNvPr>
          <p:cNvSpPr txBox="1"/>
          <p:nvPr/>
        </p:nvSpPr>
        <p:spPr>
          <a:xfrm>
            <a:off x="2094270" y="117435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/>
              <a:t>Admin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FC83F9D6-EC04-5DD3-044F-F4D8AE15ABD4}"/>
              </a:ext>
            </a:extLst>
          </p:cNvPr>
          <p:cNvSpPr txBox="1"/>
          <p:nvPr/>
        </p:nvSpPr>
        <p:spPr>
          <a:xfrm>
            <a:off x="8996515" y="1101213"/>
            <a:ext cx="1347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 err="1"/>
              <a:t>Other</a:t>
            </a:r>
            <a:r>
              <a:rPr lang="tr-TR" b="1" dirty="0"/>
              <a:t> </a:t>
            </a:r>
            <a:r>
              <a:rPr lang="tr-TR" b="1" dirty="0" err="1"/>
              <a:t>users</a:t>
            </a:r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2764543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48BF447-CF76-C649-E4CC-F68BEA036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923" y="119508"/>
            <a:ext cx="5289756" cy="568752"/>
          </a:xfrm>
        </p:spPr>
        <p:txBody>
          <a:bodyPr>
            <a:normAutofit fontScale="90000"/>
          </a:bodyPr>
          <a:lstStyle/>
          <a:p>
            <a:r>
              <a:rPr lang="tr-TR" dirty="0"/>
              <a:t>DB CONNECTİON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95731163-FDA9-C234-2B85-B255641E5A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" cy="6858000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6855FEF6-1CFD-6556-B218-0CEFD1A23836}"/>
              </a:ext>
            </a:extLst>
          </p:cNvPr>
          <p:cNvSpPr txBox="1"/>
          <p:nvPr/>
        </p:nvSpPr>
        <p:spPr>
          <a:xfrm>
            <a:off x="3893573" y="1386799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This section contains the necessary input fields to connect our database to the website. We fetch the data from </a:t>
            </a:r>
            <a:r>
              <a:rPr lang="en-US" sz="2400" dirty="0" err="1"/>
              <a:t>Supabase</a:t>
            </a:r>
            <a:r>
              <a:rPr lang="en-US" sz="2400" dirty="0"/>
              <a:t> to our site using the API values</a:t>
            </a:r>
            <a:endParaRPr lang="tr-TR" sz="2400" dirty="0"/>
          </a:p>
        </p:txBody>
      </p:sp>
      <p:sp>
        <p:nvSpPr>
          <p:cNvPr id="8" name="Yıldız: 5 Nokta 7">
            <a:extLst>
              <a:ext uri="{FF2B5EF4-FFF2-40B4-BE49-F238E27FC236}">
                <a16:creationId xmlns:a16="http://schemas.microsoft.com/office/drawing/2014/main" id="{62B968E5-60D0-B41F-CEC8-D4CCAAD9D6D6}"/>
              </a:ext>
            </a:extLst>
          </p:cNvPr>
          <p:cNvSpPr/>
          <p:nvPr/>
        </p:nvSpPr>
        <p:spPr>
          <a:xfrm rot="1897310">
            <a:off x="1930661" y="4825983"/>
            <a:ext cx="653382" cy="573582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86148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A342159-EBB1-3338-E354-628956A6C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3305" y="535556"/>
            <a:ext cx="5112774" cy="329684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Maın</a:t>
            </a:r>
            <a:r>
              <a:rPr lang="tr-TR" dirty="0"/>
              <a:t> </a:t>
            </a:r>
            <a:r>
              <a:rPr lang="tr-TR" dirty="0" err="1"/>
              <a:t>page</a:t>
            </a:r>
            <a:r>
              <a:rPr lang="tr-TR" dirty="0"/>
              <a:t> 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EDF512C4-7C35-F46D-178E-04849B9882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2178"/>
            <a:ext cx="12133834" cy="5675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363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83EE789-E6FD-6BB0-7AC1-DE1FDE0C1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C6F26718-0CF0-1767-67E9-5791863BC8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35" r="1046" b="10645"/>
          <a:stretch>
            <a:fillRect/>
          </a:stretch>
        </p:blipFill>
        <p:spPr>
          <a:xfrm>
            <a:off x="5950626" y="2629104"/>
            <a:ext cx="6241374" cy="4228896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D412D473-314E-DD0E-1D7A-11F245EF4996}"/>
              </a:ext>
            </a:extLst>
          </p:cNvPr>
          <p:cNvSpPr txBox="1"/>
          <p:nvPr/>
        </p:nvSpPr>
        <p:spPr>
          <a:xfrm>
            <a:off x="0" y="850608"/>
            <a:ext cx="61353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As shown here, we add a new user and receive a message confirming the creation of the new user</a:t>
            </a:r>
            <a:endParaRPr lang="tr-TR" b="1" dirty="0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7A17CF38-2CF1-C45C-9EFC-3A197CB115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09" b="18313"/>
          <a:stretch>
            <a:fillRect/>
          </a:stretch>
        </p:blipFill>
        <p:spPr>
          <a:xfrm>
            <a:off x="0" y="2629104"/>
            <a:ext cx="5950626" cy="4228896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2E19A920-2890-7C4B-4990-E226B92FC161}"/>
              </a:ext>
            </a:extLst>
          </p:cNvPr>
          <p:cNvSpPr txBox="1"/>
          <p:nvPr/>
        </p:nvSpPr>
        <p:spPr>
          <a:xfrm>
            <a:off x="-625" y="234499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BEFORE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3133806C-6E4A-0A90-31D0-EA836F3219A7}"/>
              </a:ext>
            </a:extLst>
          </p:cNvPr>
          <p:cNvSpPr txBox="1"/>
          <p:nvPr/>
        </p:nvSpPr>
        <p:spPr>
          <a:xfrm>
            <a:off x="6071420" y="2286811"/>
            <a:ext cx="6120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AFTER</a:t>
            </a:r>
          </a:p>
        </p:txBody>
      </p:sp>
      <p:sp>
        <p:nvSpPr>
          <p:cNvPr id="15" name="Ok: Sağ 14">
            <a:extLst>
              <a:ext uri="{FF2B5EF4-FFF2-40B4-BE49-F238E27FC236}">
                <a16:creationId xmlns:a16="http://schemas.microsoft.com/office/drawing/2014/main" id="{D6CE8101-09AA-9675-7F90-E9C050BBCCBE}"/>
              </a:ext>
            </a:extLst>
          </p:cNvPr>
          <p:cNvSpPr/>
          <p:nvPr/>
        </p:nvSpPr>
        <p:spPr>
          <a:xfrm>
            <a:off x="6031230" y="6436995"/>
            <a:ext cx="419100" cy="1752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1168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0C01A8D-8F4D-E7B0-4DFA-7A0C337B8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3" y="2938930"/>
            <a:ext cx="10364451" cy="1596177"/>
          </a:xfrm>
        </p:spPr>
        <p:txBody>
          <a:bodyPr/>
          <a:lstStyle/>
          <a:p>
            <a:r>
              <a:rPr lang="tr-TR" dirty="0"/>
              <a:t>THANKS FOR LISTENING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6457FC3-F400-BC86-F867-3721DBBCC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5B4C4FB-1604-51FE-9524-5E6205F494EC}"/>
              </a:ext>
            </a:extLst>
          </p:cNvPr>
          <p:cNvSpPr txBox="1"/>
          <p:nvPr/>
        </p:nvSpPr>
        <p:spPr>
          <a:xfrm>
            <a:off x="2819398" y="5953461"/>
            <a:ext cx="655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Github</a:t>
            </a:r>
            <a:r>
              <a:rPr lang="tr-TR" dirty="0"/>
              <a:t> link: </a:t>
            </a:r>
            <a:r>
              <a:rPr lang="tr-TR" dirty="0">
                <a:hlinkClick r:id="rId2"/>
              </a:rPr>
              <a:t>https://github.com/Melikkochan/Film-Production-DBMS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20430623"/>
      </p:ext>
    </p:extLst>
  </p:cSld>
  <p:clrMapOvr>
    <a:masterClrMapping/>
  </p:clrMapOvr>
</p:sld>
</file>

<file path=ppt/theme/theme1.xml><?xml version="1.0" encoding="utf-8"?>
<a:theme xmlns:a="http://schemas.openxmlformats.org/drawingml/2006/main" name="Damla">
  <a:themeElements>
    <a:clrScheme name="Daml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aml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l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Damla</Template>
  <TotalTime>71</TotalTime>
  <Words>112</Words>
  <Application>Microsoft Office PowerPoint</Application>
  <PresentationFormat>Geniş ekran</PresentationFormat>
  <Paragraphs>21</Paragraphs>
  <Slides>14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8" baseType="lpstr">
      <vt:lpstr>Arial</vt:lpstr>
      <vt:lpstr>Consolas</vt:lpstr>
      <vt:lpstr>Tw Cen MT</vt:lpstr>
      <vt:lpstr>Damla</vt:lpstr>
      <vt:lpstr>FIlm ProductIon DBMS</vt:lpstr>
      <vt:lpstr>ER DIAGRAM</vt:lpstr>
      <vt:lpstr>TABLES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Logın </vt:lpstr>
      <vt:lpstr>DB CONNECTİON</vt:lpstr>
      <vt:lpstr>Maın page </vt:lpstr>
      <vt:lpstr>PowerPoint Sunusu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Flexy Flexy</dc:creator>
  <cp:lastModifiedBy>Flexy Flexy</cp:lastModifiedBy>
  <cp:revision>9</cp:revision>
  <dcterms:created xsi:type="dcterms:W3CDTF">2026-05-15T13:01:42Z</dcterms:created>
  <dcterms:modified xsi:type="dcterms:W3CDTF">2026-05-16T18:03:43Z</dcterms:modified>
</cp:coreProperties>
</file>